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</p:sldMasterIdLst>
  <p:notesMasterIdLst>
    <p:notesMasterId r:id="rId16"/>
  </p:notesMasterIdLst>
  <p:sldIdLst>
    <p:sldId id="256" r:id="rId17"/>
  </p:sldIdLst>
  <p:sldSz cx="9906000" cy="6858000"/>
  <p:notesSz cx="10234613" cy="710406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dt" idx="2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ftr" idx="3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6"/>
          <p:cNvSpPr>
            <a:spLocks noGrp="1"/>
          </p:cNvSpPr>
          <p:nvPr>
            <p:ph type="sldNum" idx="3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168F240-BF58-401F-BFEE-40199704D829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3193920" y="533520"/>
            <a:ext cx="3845880" cy="266328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1022400" y="3375720"/>
            <a:ext cx="8189280" cy="319536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numCol="1" spcCol="0" lIns="94680" rIns="94680" tIns="47520" bIns="475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32"/>
          </p:nvPr>
        </p:nvSpPr>
        <p:spPr>
          <a:xfrm>
            <a:off x="5796000" y="6749640"/>
            <a:ext cx="4434840" cy="35208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4680" rIns="94680" tIns="47520" bIns="47520" anchor="b">
            <a:noAutofit/>
          </a:bodyPr>
          <a:lstStyle>
            <a:lvl1pPr indent="0" algn="r" defTabSz="944640">
              <a:lnSpc>
                <a:spcPct val="100000"/>
              </a:lnSpc>
              <a:buNone/>
              <a:tabLst>
                <a:tab algn="l" pos="0"/>
              </a:tabLst>
              <a:defRPr b="1" lang="en-US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 defTabSz="944640">
              <a:lnSpc>
                <a:spcPct val="100000"/>
              </a:lnSpc>
              <a:buNone/>
              <a:tabLst>
                <a:tab algn="l" pos="0"/>
              </a:tabLst>
            </a:pPr>
            <a:fld id="{F21F8C10-7297-44E0-90F4-4F7090D0942A}" type="slidenum">
              <a:rPr b="1" lang="en-US" sz="1000" spc="-1" strike="noStrike">
                <a:solidFill>
                  <a:schemeClr val="lt2"/>
                </a:solidFill>
                <a:latin typeface="Arial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20680" y="-16920"/>
            <a:ext cx="9456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5760" y="527040"/>
            <a:ext cx="8993880" cy="574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9AF50FF-FD97-4540-BC2B-A7D43B90D6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FE7906-3E47-4DCF-A917-83E75A1121B5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3F53383-FA39-4FEC-A3AB-D7EDDAFE68AC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0680" y="-16920"/>
            <a:ext cx="9456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5760" y="527040"/>
            <a:ext cx="8993880" cy="574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5760" y="527040"/>
            <a:ext cx="8993880" cy="574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F509EC4E-5165-46AA-90B5-2921583D23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ítulo y 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220680" y="-16920"/>
            <a:ext cx="9456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55760" y="527040"/>
            <a:ext cx="4388760" cy="274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5064480" y="527040"/>
            <a:ext cx="4388760" cy="274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455760" y="3530160"/>
            <a:ext cx="4388760" cy="274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5064480" y="3530160"/>
            <a:ext cx="4388760" cy="274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1F5E082-F135-490C-B3A0-62C680AFE4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20680" y="-16920"/>
            <a:ext cx="9456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5760" y="527040"/>
            <a:ext cx="4388760" cy="574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5064480" y="527040"/>
            <a:ext cx="4388760" cy="274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5064480" y="3530160"/>
            <a:ext cx="4388760" cy="274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B17D0B4-8322-4368-9E96-521D5DEF8C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0680" y="-16920"/>
            <a:ext cx="9456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5760" y="527040"/>
            <a:ext cx="8993880" cy="574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15D0E92E-D236-41FE-8FD0-ECCD75B067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390BF3E-20F2-404E-8031-52AF199897B9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20680" y="-16920"/>
            <a:ext cx="9456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5760" y="527040"/>
            <a:ext cx="4388760" cy="574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064480" y="527040"/>
            <a:ext cx="4388760" cy="574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98CC489-9EC5-40C6-A6A3-02629C2855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683DCDB1-DD38-4FC7-927D-4FAD5948677D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20680" y="-16920"/>
            <a:ext cx="94561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53AFE28-0210-4C31-8B04-451250DABD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92990B85-523A-43E8-BDC4-3468075B7EB7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9E0F1DB7-3A01-460C-9ADA-4E3B0187624B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CC2CD1B-1A88-4609-A92F-A0A9C30C36A0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Line 6"/>
          <p:cNvSpPr/>
          <p:nvPr/>
        </p:nvSpPr>
        <p:spPr>
          <a:xfrm>
            <a:off x="96480" y="6646680"/>
            <a:ext cx="971244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1" name="Line 8"/>
          <p:cNvSpPr/>
          <p:nvPr/>
        </p:nvSpPr>
        <p:spPr>
          <a:xfrm>
            <a:off x="220320" y="527040"/>
            <a:ext cx="946476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2" name="Line 6"/>
          <p:cNvSpPr/>
          <p:nvPr/>
        </p:nvSpPr>
        <p:spPr>
          <a:xfrm>
            <a:off x="68040" y="6646680"/>
            <a:ext cx="974880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3" name="Line 7"/>
          <p:cNvSpPr/>
          <p:nvPr/>
        </p:nvSpPr>
        <p:spPr>
          <a:xfrm>
            <a:off x="1099800" y="2268360"/>
            <a:ext cx="759492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0680" y="104760"/>
            <a:ext cx="9456120" cy="381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</a:t>
            </a: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el formato del texto </a:t>
            </a: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6934320" y="6647040"/>
            <a:ext cx="2696400" cy="210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s-ES_tradnl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0F41E6-BB9E-404B-BFCB-2FBB7D61DFB9}" type="slidenum">
              <a:rPr b="1" lang="es-ES_tradnl" sz="1000" spc="-1" strike="noStrike">
                <a:solidFill>
                  <a:schemeClr val="lt2"/>
                </a:solidFill>
                <a:latin typeface="Arial"/>
              </a:rPr>
              <a:t>1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2"/>
          </p:nvPr>
        </p:nvSpPr>
        <p:spPr>
          <a:xfrm>
            <a:off x="0" y="6645240"/>
            <a:ext cx="4457160" cy="2120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6"/>
          <p:cNvSpPr/>
          <p:nvPr/>
        </p:nvSpPr>
        <p:spPr>
          <a:xfrm>
            <a:off x="96480" y="6646680"/>
            <a:ext cx="971244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10" name="Line 8"/>
          <p:cNvSpPr/>
          <p:nvPr/>
        </p:nvSpPr>
        <p:spPr>
          <a:xfrm>
            <a:off x="220320" y="527040"/>
            <a:ext cx="946476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sldNum" idx="3"/>
          </p:nvPr>
        </p:nvSpPr>
        <p:spPr>
          <a:xfrm>
            <a:off x="6494400" y="6647040"/>
            <a:ext cx="2942640" cy="210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s-ES_tradnl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9643DA-013F-4491-A34F-A86746D96162}" type="slidenum">
              <a:rPr b="1" lang="es-ES_tradnl" sz="1000" spc="-1" strike="noStrike">
                <a:solidFill>
                  <a:schemeClr val="lt2"/>
                </a:solidFill>
                <a:latin typeface="Arial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dt" idx="4"/>
          </p:nvPr>
        </p:nvSpPr>
        <p:spPr>
          <a:xfrm>
            <a:off x="204840" y="6594480"/>
            <a:ext cx="3756960" cy="262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 6"/>
          <p:cNvSpPr/>
          <p:nvPr/>
        </p:nvSpPr>
        <p:spPr>
          <a:xfrm>
            <a:off x="96480" y="6646680"/>
            <a:ext cx="971244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14" name="Line 8"/>
          <p:cNvSpPr/>
          <p:nvPr/>
        </p:nvSpPr>
        <p:spPr>
          <a:xfrm>
            <a:off x="220320" y="527040"/>
            <a:ext cx="946476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sldNum" idx="5"/>
          </p:nvPr>
        </p:nvSpPr>
        <p:spPr>
          <a:xfrm>
            <a:off x="6494400" y="6647040"/>
            <a:ext cx="2942640" cy="210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s-ES_tradnl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F278F4-B0ED-44C4-8928-424BDB8C9533}" type="slidenum">
              <a:rPr b="1" lang="es-ES_tradnl" sz="1000" spc="-1" strike="noStrike">
                <a:solidFill>
                  <a:schemeClr val="lt2"/>
                </a:solidFill>
                <a:latin typeface="Arial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6"/>
          </p:nvPr>
        </p:nvSpPr>
        <p:spPr>
          <a:xfrm>
            <a:off x="204840" y="6594480"/>
            <a:ext cx="3756960" cy="262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Line 6"/>
          <p:cNvSpPr/>
          <p:nvPr/>
        </p:nvSpPr>
        <p:spPr>
          <a:xfrm>
            <a:off x="96480" y="6646680"/>
            <a:ext cx="971244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18" name="Line 8"/>
          <p:cNvSpPr/>
          <p:nvPr/>
        </p:nvSpPr>
        <p:spPr>
          <a:xfrm>
            <a:off x="220320" y="527040"/>
            <a:ext cx="946476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20680" y="104760"/>
            <a:ext cx="9456120" cy="381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</a:t>
            </a: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el formato del texto </a:t>
            </a: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5760" y="527040"/>
            <a:ext cx="8993880" cy="5749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5760" y="527040"/>
            <a:ext cx="8993880" cy="5749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7"/>
          </p:nvPr>
        </p:nvSpPr>
        <p:spPr>
          <a:xfrm>
            <a:off x="6494400" y="6647040"/>
            <a:ext cx="2942640" cy="210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s-ES_tradnl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59E363-B35C-4D35-840B-6D655ED6C996}" type="slidenum">
              <a:rPr b="1" lang="es-ES_tradnl" sz="1000" spc="-1" strike="noStrike">
                <a:solidFill>
                  <a:schemeClr val="lt2"/>
                </a:solidFill>
                <a:latin typeface="Arial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8"/>
          </p:nvPr>
        </p:nvSpPr>
        <p:spPr>
          <a:xfrm>
            <a:off x="204840" y="6594480"/>
            <a:ext cx="3756960" cy="262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Line 6"/>
          <p:cNvSpPr/>
          <p:nvPr/>
        </p:nvSpPr>
        <p:spPr>
          <a:xfrm>
            <a:off x="96480" y="6646680"/>
            <a:ext cx="971244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28" name="Line 8"/>
          <p:cNvSpPr/>
          <p:nvPr/>
        </p:nvSpPr>
        <p:spPr>
          <a:xfrm>
            <a:off x="220320" y="527040"/>
            <a:ext cx="946476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20680" y="104760"/>
            <a:ext cx="9456120" cy="381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</a:t>
            </a: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el formato del texto </a:t>
            </a: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5760" y="527040"/>
            <a:ext cx="4388760" cy="2742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064840" y="527040"/>
            <a:ext cx="4388760" cy="2742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5760" y="3530520"/>
            <a:ext cx="4388760" cy="2742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64840" y="3530520"/>
            <a:ext cx="4388760" cy="2742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9"/>
          </p:nvPr>
        </p:nvSpPr>
        <p:spPr>
          <a:xfrm>
            <a:off x="6494400" y="6647040"/>
            <a:ext cx="2942640" cy="210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s-ES_tradnl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C9A134-5B12-4B79-A50D-2121AE8D18A4}" type="slidenum">
              <a:rPr b="1" lang="es-ES_tradnl" sz="1000" spc="-1" strike="noStrike">
                <a:solidFill>
                  <a:schemeClr val="lt2"/>
                </a:solidFill>
                <a:latin typeface="Arial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dt" idx="10"/>
          </p:nvPr>
        </p:nvSpPr>
        <p:spPr>
          <a:xfrm>
            <a:off x="204840" y="6594480"/>
            <a:ext cx="3756960" cy="262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ine 6"/>
          <p:cNvSpPr/>
          <p:nvPr/>
        </p:nvSpPr>
        <p:spPr>
          <a:xfrm>
            <a:off x="96480" y="6646680"/>
            <a:ext cx="971244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42" name="Line 8"/>
          <p:cNvSpPr/>
          <p:nvPr/>
        </p:nvSpPr>
        <p:spPr>
          <a:xfrm>
            <a:off x="220320" y="527040"/>
            <a:ext cx="946476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20680" y="104760"/>
            <a:ext cx="9456120" cy="381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</a:t>
            </a: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5760" y="527040"/>
            <a:ext cx="4388760" cy="5749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5064840" y="527040"/>
            <a:ext cx="4388760" cy="2742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5064840" y="3530520"/>
            <a:ext cx="4388760" cy="2742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 fontScale="8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1"/>
          </p:nvPr>
        </p:nvSpPr>
        <p:spPr>
          <a:xfrm>
            <a:off x="6494400" y="6647040"/>
            <a:ext cx="2942640" cy="210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s-ES_tradnl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07427C-6691-414D-B7E2-150FFD1BCA86}" type="slidenum">
              <a:rPr b="1" lang="es-ES_tradnl" sz="1000" spc="-1" strike="noStrike">
                <a:solidFill>
                  <a:schemeClr val="lt2"/>
                </a:solidFill>
                <a:latin typeface="Arial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dt" idx="12"/>
          </p:nvPr>
        </p:nvSpPr>
        <p:spPr>
          <a:xfrm>
            <a:off x="204840" y="6594480"/>
            <a:ext cx="3756960" cy="262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Line 6"/>
          <p:cNvSpPr/>
          <p:nvPr/>
        </p:nvSpPr>
        <p:spPr>
          <a:xfrm>
            <a:off x="96480" y="6646680"/>
            <a:ext cx="971244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54" name="Line 8"/>
          <p:cNvSpPr/>
          <p:nvPr/>
        </p:nvSpPr>
        <p:spPr>
          <a:xfrm>
            <a:off x="220320" y="527040"/>
            <a:ext cx="946476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20680" y="104760"/>
            <a:ext cx="9456120" cy="381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5760" y="527040"/>
            <a:ext cx="8993880" cy="5749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13"/>
          </p:nvPr>
        </p:nvSpPr>
        <p:spPr>
          <a:xfrm>
            <a:off x="6494400" y="6647040"/>
            <a:ext cx="2942640" cy="210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s-ES_tradnl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59433F-2C80-4D16-95B3-EB374B2A391D}" type="slidenum">
              <a:rPr b="1" lang="es-ES_tradnl" sz="1000" spc="-1" strike="noStrike">
                <a:solidFill>
                  <a:schemeClr val="lt2"/>
                </a:solidFill>
                <a:latin typeface="Arial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14"/>
          </p:nvPr>
        </p:nvSpPr>
        <p:spPr>
          <a:xfrm>
            <a:off x="204840" y="6594480"/>
            <a:ext cx="3756960" cy="262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Line 6"/>
          <p:cNvSpPr/>
          <p:nvPr/>
        </p:nvSpPr>
        <p:spPr>
          <a:xfrm>
            <a:off x="96480" y="6646680"/>
            <a:ext cx="971244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62" name="Line 8"/>
          <p:cNvSpPr/>
          <p:nvPr/>
        </p:nvSpPr>
        <p:spPr>
          <a:xfrm>
            <a:off x="220320" y="527040"/>
            <a:ext cx="946476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sldNum" idx="15"/>
          </p:nvPr>
        </p:nvSpPr>
        <p:spPr>
          <a:xfrm>
            <a:off x="6494400" y="6647040"/>
            <a:ext cx="2942640" cy="210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s-ES_tradnl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6A967F-BC8F-407A-B961-D0971F664227}" type="slidenum">
              <a:rPr b="1" lang="es-ES_tradnl" sz="1000" spc="-1" strike="noStrike">
                <a:solidFill>
                  <a:schemeClr val="lt2"/>
                </a:solidFill>
                <a:latin typeface="Arial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dt" idx="16"/>
          </p:nvPr>
        </p:nvSpPr>
        <p:spPr>
          <a:xfrm>
            <a:off x="204840" y="6594480"/>
            <a:ext cx="3756960" cy="262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Line 6"/>
          <p:cNvSpPr/>
          <p:nvPr/>
        </p:nvSpPr>
        <p:spPr>
          <a:xfrm>
            <a:off x="96480" y="6646680"/>
            <a:ext cx="971244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66" name="Line 8"/>
          <p:cNvSpPr/>
          <p:nvPr/>
        </p:nvSpPr>
        <p:spPr>
          <a:xfrm>
            <a:off x="220320" y="527040"/>
            <a:ext cx="946476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20680" y="104760"/>
            <a:ext cx="9456120" cy="381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5760" y="527040"/>
            <a:ext cx="4388760" cy="5749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064840" y="527040"/>
            <a:ext cx="4388760" cy="5749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sldNum" idx="17"/>
          </p:nvPr>
        </p:nvSpPr>
        <p:spPr>
          <a:xfrm>
            <a:off x="6494400" y="6647040"/>
            <a:ext cx="2942640" cy="210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s-ES_tradnl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B60B32-34AA-4929-8ADD-C828B2C7CA82}" type="slidenum">
              <a:rPr b="1" lang="es-ES_tradnl" sz="1000" spc="-1" strike="noStrike">
                <a:solidFill>
                  <a:schemeClr val="lt2"/>
                </a:solidFill>
                <a:latin typeface="Arial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dt" idx="18"/>
          </p:nvPr>
        </p:nvSpPr>
        <p:spPr>
          <a:xfrm>
            <a:off x="204840" y="6594480"/>
            <a:ext cx="3756960" cy="262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Line 6"/>
          <p:cNvSpPr/>
          <p:nvPr/>
        </p:nvSpPr>
        <p:spPr>
          <a:xfrm>
            <a:off x="96480" y="6646680"/>
            <a:ext cx="971244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76" name="Line 8"/>
          <p:cNvSpPr/>
          <p:nvPr/>
        </p:nvSpPr>
        <p:spPr>
          <a:xfrm>
            <a:off x="220320" y="527040"/>
            <a:ext cx="946476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sldNum" idx="19"/>
          </p:nvPr>
        </p:nvSpPr>
        <p:spPr>
          <a:xfrm>
            <a:off x="6494400" y="6647040"/>
            <a:ext cx="2942640" cy="210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s-ES_tradnl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0F3CCA-E610-4817-87A6-A8C1BF1560CD}" type="slidenum">
              <a:rPr b="1" lang="es-ES_tradnl" sz="1000" spc="-1" strike="noStrike">
                <a:solidFill>
                  <a:schemeClr val="lt2"/>
                </a:solidFill>
                <a:latin typeface="Arial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dt" idx="20"/>
          </p:nvPr>
        </p:nvSpPr>
        <p:spPr>
          <a:xfrm>
            <a:off x="204840" y="6594480"/>
            <a:ext cx="3756960" cy="262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Line 6"/>
          <p:cNvSpPr/>
          <p:nvPr/>
        </p:nvSpPr>
        <p:spPr>
          <a:xfrm>
            <a:off x="96480" y="6646680"/>
            <a:ext cx="971244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80" name="Line 8"/>
          <p:cNvSpPr/>
          <p:nvPr/>
        </p:nvSpPr>
        <p:spPr>
          <a:xfrm>
            <a:off x="220320" y="527040"/>
            <a:ext cx="946476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20680" y="104760"/>
            <a:ext cx="9456120" cy="381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ldNum" idx="21"/>
          </p:nvPr>
        </p:nvSpPr>
        <p:spPr>
          <a:xfrm>
            <a:off x="6494400" y="6647040"/>
            <a:ext cx="2942640" cy="210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s-ES_tradnl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861209-BEF0-47A1-B4C4-78C9C7F13561}" type="slidenum">
              <a:rPr b="1" lang="es-ES_tradnl" sz="1000" spc="-1" strike="noStrike">
                <a:solidFill>
                  <a:schemeClr val="lt2"/>
                </a:solidFill>
                <a:latin typeface="Arial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dt" idx="22"/>
          </p:nvPr>
        </p:nvSpPr>
        <p:spPr>
          <a:xfrm>
            <a:off x="204840" y="6594480"/>
            <a:ext cx="3756960" cy="262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Line 6"/>
          <p:cNvSpPr/>
          <p:nvPr/>
        </p:nvSpPr>
        <p:spPr>
          <a:xfrm>
            <a:off x="96480" y="6646680"/>
            <a:ext cx="971244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86" name="Line 8"/>
          <p:cNvSpPr/>
          <p:nvPr/>
        </p:nvSpPr>
        <p:spPr>
          <a:xfrm>
            <a:off x="220320" y="527040"/>
            <a:ext cx="946476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sldNum" idx="23"/>
          </p:nvPr>
        </p:nvSpPr>
        <p:spPr>
          <a:xfrm>
            <a:off x="6494400" y="6647040"/>
            <a:ext cx="2942640" cy="210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s-ES_tradnl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36149B-D333-4365-AD51-E71AF58B7E5C}" type="slidenum">
              <a:rPr b="1" lang="es-ES_tradnl" sz="1000" spc="-1" strike="noStrike">
                <a:solidFill>
                  <a:schemeClr val="lt2"/>
                </a:solidFill>
                <a:latin typeface="Arial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dt" idx="24"/>
          </p:nvPr>
        </p:nvSpPr>
        <p:spPr>
          <a:xfrm>
            <a:off x="204840" y="6594480"/>
            <a:ext cx="3756960" cy="262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Line 6"/>
          <p:cNvSpPr/>
          <p:nvPr/>
        </p:nvSpPr>
        <p:spPr>
          <a:xfrm>
            <a:off x="96480" y="6646680"/>
            <a:ext cx="971244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90" name="Line 8"/>
          <p:cNvSpPr/>
          <p:nvPr/>
        </p:nvSpPr>
        <p:spPr>
          <a:xfrm>
            <a:off x="220320" y="527040"/>
            <a:ext cx="946476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sldNum" idx="25"/>
          </p:nvPr>
        </p:nvSpPr>
        <p:spPr>
          <a:xfrm>
            <a:off x="6494400" y="6647040"/>
            <a:ext cx="2942640" cy="210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s-ES_tradnl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4503AA-6733-4BA2-8F5D-4B0896C90003}" type="slidenum">
              <a:rPr b="1" lang="es-ES_tradnl" sz="1000" spc="-1" strike="noStrike">
                <a:solidFill>
                  <a:schemeClr val="lt2"/>
                </a:solidFill>
                <a:latin typeface="Arial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dt" idx="26"/>
          </p:nvPr>
        </p:nvSpPr>
        <p:spPr>
          <a:xfrm>
            <a:off x="204840" y="6594480"/>
            <a:ext cx="3756960" cy="262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Line 6"/>
          <p:cNvSpPr/>
          <p:nvPr/>
        </p:nvSpPr>
        <p:spPr>
          <a:xfrm>
            <a:off x="96480" y="6646680"/>
            <a:ext cx="9712440" cy="360"/>
          </a:xfrm>
          <a:prstGeom prst="line">
            <a:avLst/>
          </a:prstGeom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94" name="Line 8"/>
          <p:cNvSpPr/>
          <p:nvPr/>
        </p:nvSpPr>
        <p:spPr>
          <a:xfrm>
            <a:off x="220320" y="527040"/>
            <a:ext cx="9464760" cy="360"/>
          </a:xfrm>
          <a:prstGeom prst="line">
            <a:avLst/>
          </a:prstGeom>
          <a:ln w="1905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ctr">
            <a:noAutofit/>
          </a:bodyPr>
          <a:p>
            <a:endParaRPr b="0" lang="es-ES" sz="1600" spc="-1" strike="noStrike">
              <a:solidFill>
                <a:schemeClr val="dk1"/>
              </a:solidFill>
              <a:latin typeface="Comic Sans MS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sldNum" idx="27"/>
          </p:nvPr>
        </p:nvSpPr>
        <p:spPr>
          <a:xfrm>
            <a:off x="6494400" y="6647040"/>
            <a:ext cx="2942640" cy="21024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1" lang="es-ES_tradnl" sz="1000" spc="-1" strike="noStrike">
                <a:solidFill>
                  <a:schemeClr val="lt2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9A553E-E16B-4DED-85B4-EC56B3D95AE4}" type="slidenum">
              <a:rPr b="1" lang="es-ES_tradnl" sz="1000" spc="-1" strike="noStrike">
                <a:solidFill>
                  <a:schemeClr val="lt2"/>
                </a:solidFill>
                <a:latin typeface="Arial"/>
              </a:rPr>
              <a:t>&lt;número&gt;</a:t>
            </a:fld>
            <a:endParaRPr b="0" lang="es-E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dt" idx="28"/>
          </p:nvPr>
        </p:nvSpPr>
        <p:spPr>
          <a:xfrm>
            <a:off x="204840" y="6594480"/>
            <a:ext cx="3756960" cy="26280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6"/>
          <p:cNvSpPr/>
          <p:nvPr/>
        </p:nvSpPr>
        <p:spPr>
          <a:xfrm>
            <a:off x="6300000" y="720000"/>
            <a:ext cx="921600" cy="428040"/>
          </a:xfrm>
          <a:prstGeom prst="rect">
            <a:avLst/>
          </a:prstGeom>
          <a:noFill/>
          <a:ln w="25400">
            <a:solidFill>
              <a:srgbClr val="bbbbbb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Lights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106440" y="44640"/>
            <a:ext cx="3650400" cy="3819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2400" spc="-1" strike="noStrike">
                <a:solidFill>
                  <a:schemeClr val="accent2"/>
                </a:solidFill>
                <a:latin typeface="Arial"/>
              </a:rPr>
              <a:t>FSS - Process Map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16"/>
          <p:cNvSpPr/>
          <p:nvPr/>
        </p:nvSpPr>
        <p:spPr>
          <a:xfrm>
            <a:off x="1865520" y="696240"/>
            <a:ext cx="921600" cy="428040"/>
          </a:xfrm>
          <a:prstGeom prst="rect">
            <a:avLst/>
          </a:prstGeom>
          <a:noFill/>
          <a:ln w="25400">
            <a:solidFill>
              <a:srgbClr val="bbbbbb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Alarm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ectangle 16"/>
          <p:cNvSpPr/>
          <p:nvPr/>
        </p:nvSpPr>
        <p:spPr>
          <a:xfrm>
            <a:off x="7471080" y="726480"/>
            <a:ext cx="1142280" cy="428040"/>
          </a:xfrm>
          <a:prstGeom prst="rect">
            <a:avLst/>
          </a:prstGeom>
          <a:noFill/>
          <a:ln w="25400">
            <a:solidFill>
              <a:srgbClr val="bbbbbb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Display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16"/>
          <p:cNvSpPr/>
          <p:nvPr/>
        </p:nvSpPr>
        <p:spPr>
          <a:xfrm>
            <a:off x="8640000" y="4680720"/>
            <a:ext cx="1475640" cy="538920"/>
          </a:xfrm>
          <a:prstGeom prst="rect">
            <a:avLst/>
          </a:prstGeom>
          <a:noFill/>
          <a:ln w="25400">
            <a:solidFill>
              <a:srgbClr val="bbbbbb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Current Pitch and Roll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 16"/>
          <p:cNvSpPr/>
          <p:nvPr/>
        </p:nvSpPr>
        <p:spPr>
          <a:xfrm>
            <a:off x="3537720" y="5963760"/>
            <a:ext cx="1141920" cy="515880"/>
          </a:xfrm>
          <a:prstGeom prst="rect">
            <a:avLst/>
          </a:prstGeom>
          <a:noFill/>
          <a:ln w="25400">
            <a:solidFill>
              <a:srgbClr val="bbbbbb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Obstacle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Distance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16"/>
          <p:cNvSpPr/>
          <p:nvPr/>
        </p:nvSpPr>
        <p:spPr>
          <a:xfrm>
            <a:off x="7380000" y="5940000"/>
            <a:ext cx="933840" cy="586800"/>
          </a:xfrm>
          <a:prstGeom prst="rect">
            <a:avLst/>
          </a:prstGeom>
          <a:noFill/>
          <a:ln w="25400">
            <a:solidFill>
              <a:srgbClr val="bbbbbb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Current Altitude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ectangle 16"/>
          <p:cNvSpPr/>
          <p:nvPr/>
        </p:nvSpPr>
        <p:spPr>
          <a:xfrm>
            <a:off x="4470840" y="720000"/>
            <a:ext cx="1648800" cy="428040"/>
          </a:xfrm>
          <a:prstGeom prst="rect">
            <a:avLst/>
          </a:prstGeom>
          <a:noFill/>
          <a:ln w="25400">
            <a:solidFill>
              <a:srgbClr val="bbbbbb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Pitch and Roll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16"/>
          <p:cNvSpPr/>
          <p:nvPr/>
        </p:nvSpPr>
        <p:spPr>
          <a:xfrm>
            <a:off x="6237000" y="5760000"/>
            <a:ext cx="962640" cy="586800"/>
          </a:xfrm>
          <a:prstGeom prst="rect">
            <a:avLst/>
          </a:prstGeom>
          <a:noFill/>
          <a:ln w="25400">
            <a:solidFill>
              <a:srgbClr val="bbbbbb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Pilot Power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ectangle 16"/>
          <p:cNvSpPr/>
          <p:nvPr/>
        </p:nvSpPr>
        <p:spPr>
          <a:xfrm>
            <a:off x="3118320" y="724680"/>
            <a:ext cx="1021320" cy="534960"/>
          </a:xfrm>
          <a:prstGeom prst="rect">
            <a:avLst/>
          </a:prstGeom>
          <a:noFill/>
          <a:ln w="25400">
            <a:solidFill>
              <a:srgbClr val="bbbbbb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Engine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Speed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 16"/>
          <p:cNvSpPr/>
          <p:nvPr/>
        </p:nvSpPr>
        <p:spPr>
          <a:xfrm>
            <a:off x="1147320" y="5593320"/>
            <a:ext cx="1012320" cy="526320"/>
          </a:xfrm>
          <a:prstGeom prst="rect">
            <a:avLst/>
          </a:prstGeom>
          <a:noFill/>
          <a:ln w="25400">
            <a:solidFill>
              <a:srgbClr val="bbbbbb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Light Intensity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16"/>
          <p:cNvSpPr/>
          <p:nvPr/>
        </p:nvSpPr>
        <p:spPr>
          <a:xfrm>
            <a:off x="5040000" y="5940000"/>
            <a:ext cx="982080" cy="586800"/>
          </a:xfrm>
          <a:prstGeom prst="rect">
            <a:avLst/>
          </a:prstGeom>
          <a:noFill/>
          <a:ln w="25400">
            <a:solidFill>
              <a:srgbClr val="bbbbbb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Current Speed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 16"/>
          <p:cNvSpPr/>
          <p:nvPr/>
        </p:nvSpPr>
        <p:spPr>
          <a:xfrm>
            <a:off x="2277000" y="5963040"/>
            <a:ext cx="962640" cy="516600"/>
          </a:xfrm>
          <a:prstGeom prst="rect">
            <a:avLst/>
          </a:prstGeom>
          <a:noFill/>
          <a:ln w="25400">
            <a:solidFill>
              <a:srgbClr val="bbbbbb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Pilot Seat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 9"/>
          <p:cNvSpPr/>
          <p:nvPr/>
        </p:nvSpPr>
        <p:spPr>
          <a:xfrm>
            <a:off x="315000" y="4718520"/>
            <a:ext cx="912600" cy="681120"/>
          </a:xfrm>
          <a:prstGeom prst="rect">
            <a:avLst/>
          </a:prstGeom>
          <a:noFill/>
          <a:ln>
            <a:solidFill>
              <a:srgbClr val="808080"/>
            </a:solidFill>
            <a:prstDash val="dash"/>
            <a:rou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Button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CuadroTexto 1"/>
          <p:cNvSpPr/>
          <p:nvPr/>
        </p:nvSpPr>
        <p:spPr>
          <a:xfrm>
            <a:off x="250200" y="473040"/>
            <a:ext cx="1343880" cy="4269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spAutoFit/>
          </a:bodyPr>
          <a:p>
            <a:pPr algn="ctr">
              <a:lnSpc>
                <a:spcPct val="100000"/>
              </a:lnSpc>
              <a:spcBef>
                <a:spcPts val="601"/>
              </a:spcBef>
            </a:pPr>
            <a:r>
              <a:rPr b="0" lang="en-US" sz="1800" spc="-1" strike="noStrike">
                <a:solidFill>
                  <a:schemeClr val="accent3"/>
                </a:solidFill>
                <a:latin typeface="Arial"/>
              </a:rPr>
              <a:t>Actuadores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CuadroTexto 38"/>
          <p:cNvSpPr/>
          <p:nvPr/>
        </p:nvSpPr>
        <p:spPr>
          <a:xfrm>
            <a:off x="101160" y="6120000"/>
            <a:ext cx="1158480" cy="4269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00" bIns="45000" anchor="t">
            <a:spAutoFit/>
          </a:bodyPr>
          <a:p>
            <a:pPr algn="ctr">
              <a:lnSpc>
                <a:spcPct val="100000"/>
              </a:lnSpc>
              <a:spcBef>
                <a:spcPts val="601"/>
              </a:spcBef>
            </a:pPr>
            <a:r>
              <a:rPr b="0" lang="en-US" sz="1800" spc="-1" strike="noStrike">
                <a:solidFill>
                  <a:schemeClr val="accent3"/>
                </a:solidFill>
                <a:latin typeface="Arial"/>
              </a:rPr>
              <a:t>Sensores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Rectangle 4"/>
          <p:cNvSpPr/>
          <p:nvPr/>
        </p:nvSpPr>
        <p:spPr>
          <a:xfrm>
            <a:off x="8640000" y="5940000"/>
            <a:ext cx="962640" cy="512280"/>
          </a:xfrm>
          <a:prstGeom prst="rect">
            <a:avLst/>
          </a:prstGeom>
          <a:noFill/>
          <a:ln w="25400">
            <a:solidFill>
              <a:srgbClr val="bbbbbb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Joystick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0" name="Straight Arrow Connector 4"/>
          <p:cNvCxnSpPr>
            <a:stCxn id="119" idx="0"/>
            <a:endCxn id="121" idx="2"/>
          </p:cNvCxnSpPr>
          <p:nvPr/>
        </p:nvCxnSpPr>
        <p:spPr>
          <a:xfrm flipH="1" flipV="1">
            <a:off x="7919640" y="3959640"/>
            <a:ext cx="1202040" cy="19807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sp>
        <p:nvSpPr>
          <p:cNvPr id="121" name=""/>
          <p:cNvSpPr/>
          <p:nvPr/>
        </p:nvSpPr>
        <p:spPr>
          <a:xfrm>
            <a:off x="7200000" y="3420000"/>
            <a:ext cx="1439640" cy="539640"/>
          </a:xfrm>
          <a:prstGeom prst="rect">
            <a:avLst/>
          </a:prstGeom>
          <a:solidFill>
            <a:srgbClr val="729fcf"/>
          </a:solidFill>
          <a:ln w="0">
            <a:solidFill>
              <a:srgbClr val="ff38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T_Position_Altitude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3960000" y="3780000"/>
            <a:ext cx="1259640" cy="539640"/>
          </a:xfrm>
          <a:prstGeom prst="rect">
            <a:avLst/>
          </a:prstGeom>
          <a:solidFill>
            <a:srgbClr val="729fcf"/>
          </a:solidFill>
          <a:ln w="0">
            <a:solidFill>
              <a:srgbClr val="ff38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T_Speed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800000" y="4320000"/>
            <a:ext cx="1439640" cy="539640"/>
          </a:xfrm>
          <a:prstGeom prst="rect">
            <a:avLst/>
          </a:prstGeom>
          <a:solidFill>
            <a:srgbClr val="729fcf"/>
          </a:solidFill>
          <a:ln w="0">
            <a:solidFill>
              <a:srgbClr val="ff38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T_Collision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8093880" y="1710000"/>
            <a:ext cx="1265760" cy="539640"/>
          </a:xfrm>
          <a:prstGeom prst="rect">
            <a:avLst/>
          </a:prstGeom>
          <a:solidFill>
            <a:srgbClr val="729fcf"/>
          </a:solidFill>
          <a:ln w="0">
            <a:solidFill>
              <a:srgbClr val="ff38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T_Display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360000" y="2340000"/>
            <a:ext cx="1079640" cy="539640"/>
          </a:xfrm>
          <a:prstGeom prst="rect">
            <a:avLst/>
          </a:prstGeom>
          <a:solidFill>
            <a:srgbClr val="729fcf"/>
          </a:solidFill>
          <a:ln w="0">
            <a:solidFill>
              <a:srgbClr val="ff38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T_Mode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0" y="1260000"/>
            <a:ext cx="1439640" cy="719640"/>
          </a:xfrm>
          <a:prstGeom prst="ellipse">
            <a:avLst/>
          </a:prstGeom>
          <a:solidFill>
            <a:srgbClr val="729fcf"/>
          </a:solidFill>
          <a:ln w="0">
            <a:solidFill>
              <a:srgbClr val="ff38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Select_ Mode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5400000" y="3060000"/>
            <a:ext cx="1619640" cy="989640"/>
          </a:xfrm>
          <a:prstGeom prst="ellipse">
            <a:avLst/>
          </a:prstGeom>
          <a:solidFill>
            <a:srgbClr val="729fcf"/>
          </a:solidFill>
          <a:ln w="0">
            <a:solidFill>
              <a:srgbClr val="ff38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Protected_Access_Pitch_Roll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5760000" y="4320000"/>
            <a:ext cx="1799640" cy="899640"/>
          </a:xfrm>
          <a:prstGeom prst="ellipse">
            <a:avLst/>
          </a:prstGeom>
          <a:solidFill>
            <a:srgbClr val="729fcf"/>
          </a:solidFill>
          <a:ln w="0">
            <a:solidFill>
              <a:srgbClr val="ff38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Protected_Speed_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Altitude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9" name="Straight Arrow Connector 5"/>
          <p:cNvCxnSpPr>
            <a:stCxn id="116" idx="0"/>
            <a:endCxn id="130" idx="4"/>
          </p:cNvCxnSpPr>
          <p:nvPr/>
        </p:nvCxnSpPr>
        <p:spPr>
          <a:xfrm flipV="1">
            <a:off x="771120" y="3959640"/>
            <a:ext cx="129240" cy="75924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31" name="Straight Arrow Connector 7"/>
          <p:cNvCxnSpPr>
            <a:stCxn id="125" idx="3"/>
            <a:endCxn id="132" idx="2"/>
          </p:cNvCxnSpPr>
          <p:nvPr/>
        </p:nvCxnSpPr>
        <p:spPr>
          <a:xfrm flipV="1">
            <a:off x="1439640" y="2520000"/>
            <a:ext cx="1800720" cy="9000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33" name="Straight Arrow Connector 8"/>
          <p:cNvCxnSpPr>
            <a:stCxn id="125" idx="0"/>
            <a:endCxn id="126" idx="4"/>
          </p:cNvCxnSpPr>
          <p:nvPr/>
        </p:nvCxnSpPr>
        <p:spPr>
          <a:xfrm flipH="1" flipV="1">
            <a:off x="720000" y="1979640"/>
            <a:ext cx="180000" cy="3607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34" name="Straight Arrow Connector 1"/>
          <p:cNvCxnSpPr>
            <a:stCxn id="109" idx="0"/>
            <a:endCxn id="121" idx="2"/>
          </p:cNvCxnSpPr>
          <p:nvPr/>
        </p:nvCxnSpPr>
        <p:spPr>
          <a:xfrm flipV="1">
            <a:off x="7846920" y="3959640"/>
            <a:ext cx="73080" cy="19807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35" name="Straight Arrow Connector 2"/>
          <p:cNvCxnSpPr>
            <a:stCxn id="107" idx="0"/>
            <a:endCxn id="121" idx="2"/>
          </p:cNvCxnSpPr>
          <p:nvPr/>
        </p:nvCxnSpPr>
        <p:spPr>
          <a:xfrm flipH="1" flipV="1">
            <a:off x="7919640" y="3959640"/>
            <a:ext cx="1458360" cy="72144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36" name="Straight Arrow Connector 3"/>
          <p:cNvCxnSpPr>
            <a:stCxn id="121" idx="0"/>
            <a:endCxn id="110" idx="2"/>
          </p:cNvCxnSpPr>
          <p:nvPr/>
        </p:nvCxnSpPr>
        <p:spPr>
          <a:xfrm flipH="1" flipV="1">
            <a:off x="5295240" y="1148040"/>
            <a:ext cx="2624760" cy="22723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37" name="Straight Arrow Connector 10"/>
          <p:cNvCxnSpPr>
            <a:stCxn id="121" idx="0"/>
            <a:endCxn id="103" idx="2"/>
          </p:cNvCxnSpPr>
          <p:nvPr/>
        </p:nvCxnSpPr>
        <p:spPr>
          <a:xfrm flipH="1" flipV="1">
            <a:off x="6760800" y="1148040"/>
            <a:ext cx="1159200" cy="22723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38" name="Straight Arrow Connector 12"/>
          <p:cNvCxnSpPr>
            <a:stCxn id="111" idx="0"/>
            <a:endCxn id="122" idx="2"/>
          </p:cNvCxnSpPr>
          <p:nvPr/>
        </p:nvCxnSpPr>
        <p:spPr>
          <a:xfrm flipH="1" flipV="1">
            <a:off x="4589640" y="4319640"/>
            <a:ext cx="2129040" cy="14407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39" name="Straight Arrow Connector 14"/>
          <p:cNvCxnSpPr>
            <a:stCxn id="122" idx="0"/>
            <a:endCxn id="112" idx="2"/>
          </p:cNvCxnSpPr>
          <p:nvPr/>
        </p:nvCxnSpPr>
        <p:spPr>
          <a:xfrm flipH="1" flipV="1">
            <a:off x="3628800" y="1259640"/>
            <a:ext cx="961200" cy="25207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40" name="Straight Arrow Connector 15"/>
          <p:cNvCxnSpPr>
            <a:stCxn id="122" idx="0"/>
            <a:endCxn id="103" idx="2"/>
          </p:cNvCxnSpPr>
          <p:nvPr/>
        </p:nvCxnSpPr>
        <p:spPr>
          <a:xfrm flipV="1">
            <a:off x="4589640" y="1148040"/>
            <a:ext cx="2171520" cy="26323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41" name="Straight Arrow Connector 17"/>
          <p:cNvCxnSpPr>
            <a:stCxn id="114" idx="0"/>
            <a:endCxn id="122" idx="2"/>
          </p:cNvCxnSpPr>
          <p:nvPr/>
        </p:nvCxnSpPr>
        <p:spPr>
          <a:xfrm flipH="1" flipV="1">
            <a:off x="4589640" y="4319640"/>
            <a:ext cx="941760" cy="16207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42" name="Straight Arrow Connector 6"/>
          <p:cNvCxnSpPr>
            <a:stCxn id="113" idx="0"/>
            <a:endCxn id="123" idx="2"/>
          </p:cNvCxnSpPr>
          <p:nvPr/>
        </p:nvCxnSpPr>
        <p:spPr>
          <a:xfrm flipV="1">
            <a:off x="1653480" y="4859640"/>
            <a:ext cx="866520" cy="73404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43" name="Straight Arrow Connector 21"/>
          <p:cNvCxnSpPr>
            <a:stCxn id="123" idx="0"/>
            <a:endCxn id="105" idx="2"/>
          </p:cNvCxnSpPr>
          <p:nvPr/>
        </p:nvCxnSpPr>
        <p:spPr>
          <a:xfrm flipH="1" flipV="1">
            <a:off x="2326320" y="1124280"/>
            <a:ext cx="193680" cy="319608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44" name="Straight Arrow Connector 22"/>
          <p:cNvCxnSpPr>
            <a:stCxn id="123" idx="0"/>
            <a:endCxn id="110" idx="2"/>
          </p:cNvCxnSpPr>
          <p:nvPr/>
        </p:nvCxnSpPr>
        <p:spPr>
          <a:xfrm flipV="1">
            <a:off x="2519640" y="1148040"/>
            <a:ext cx="2775960" cy="31723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45" name="Straight Arrow Connector 26"/>
          <p:cNvCxnSpPr>
            <a:stCxn id="124" idx="0"/>
            <a:endCxn id="106" idx="2"/>
          </p:cNvCxnSpPr>
          <p:nvPr/>
        </p:nvCxnSpPr>
        <p:spPr>
          <a:xfrm flipH="1" flipV="1">
            <a:off x="8042040" y="1154520"/>
            <a:ext cx="685080" cy="55584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46" name="Straight Arrow Connector 27"/>
          <p:cNvCxnSpPr>
            <a:stCxn id="115" idx="0"/>
            <a:endCxn id="123" idx="2"/>
          </p:cNvCxnSpPr>
          <p:nvPr/>
        </p:nvCxnSpPr>
        <p:spPr>
          <a:xfrm flipH="1" flipV="1">
            <a:off x="2519640" y="4859640"/>
            <a:ext cx="239040" cy="110376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47" name="Straight Arrow Connector 28"/>
          <p:cNvCxnSpPr>
            <a:stCxn id="108" idx="0"/>
            <a:endCxn id="123" idx="2"/>
          </p:cNvCxnSpPr>
          <p:nvPr/>
        </p:nvCxnSpPr>
        <p:spPr>
          <a:xfrm flipH="1" flipV="1">
            <a:off x="2519640" y="4859640"/>
            <a:ext cx="1589400" cy="110448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48" name="Straight Arrow Connector 29"/>
          <p:cNvCxnSpPr>
            <a:stCxn id="114" idx="0"/>
            <a:endCxn id="123" idx="2"/>
          </p:cNvCxnSpPr>
          <p:nvPr/>
        </p:nvCxnSpPr>
        <p:spPr>
          <a:xfrm flipH="1" flipV="1">
            <a:off x="2519640" y="4859640"/>
            <a:ext cx="3011760" cy="10807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49" name="Straight Arrow Connector 11"/>
          <p:cNvCxnSpPr>
            <a:stCxn id="123" idx="0"/>
            <a:endCxn id="132" idx="2"/>
          </p:cNvCxnSpPr>
          <p:nvPr/>
        </p:nvCxnSpPr>
        <p:spPr>
          <a:xfrm flipV="1">
            <a:off x="2519640" y="2520000"/>
            <a:ext cx="720720" cy="180036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sp>
        <p:nvSpPr>
          <p:cNvPr id="132" name=""/>
          <p:cNvSpPr/>
          <p:nvPr/>
        </p:nvSpPr>
        <p:spPr>
          <a:xfrm>
            <a:off x="3240000" y="2160000"/>
            <a:ext cx="1439640" cy="719640"/>
          </a:xfrm>
          <a:prstGeom prst="ellipse">
            <a:avLst/>
          </a:prstGeom>
          <a:solidFill>
            <a:srgbClr val="729fcf"/>
          </a:solidFill>
          <a:ln w="0">
            <a:solidFill>
              <a:srgbClr val="ff38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Status_ Record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0" name="Straight Arrow Connector 9"/>
          <p:cNvCxnSpPr>
            <a:stCxn id="121" idx="0"/>
            <a:endCxn id="132" idx="6"/>
          </p:cNvCxnSpPr>
          <p:nvPr/>
        </p:nvCxnSpPr>
        <p:spPr>
          <a:xfrm flipH="1" flipV="1">
            <a:off x="4679640" y="2520000"/>
            <a:ext cx="3240360" cy="90036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51" name="Straight Arrow Connector 13"/>
          <p:cNvCxnSpPr>
            <a:stCxn id="122" idx="-1"/>
            <a:endCxn id="132" idx="4"/>
          </p:cNvCxnSpPr>
          <p:nvPr/>
        </p:nvCxnSpPr>
        <p:spPr>
          <a:xfrm flipV="1">
            <a:off x="3960000" y="2879640"/>
            <a:ext cx="360" cy="117036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52" name="Straight Arrow Connector 16"/>
          <p:cNvCxnSpPr>
            <a:stCxn id="132" idx="6"/>
            <a:endCxn id="124" idx="1"/>
          </p:cNvCxnSpPr>
          <p:nvPr/>
        </p:nvCxnSpPr>
        <p:spPr>
          <a:xfrm flipV="1">
            <a:off x="4679640" y="1979640"/>
            <a:ext cx="3414600" cy="5407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53" name="Straight Arrow Connector 18"/>
          <p:cNvCxnSpPr>
            <a:stCxn id="122" idx="3"/>
            <a:endCxn id="128" idx="1"/>
          </p:cNvCxnSpPr>
          <p:nvPr/>
        </p:nvCxnSpPr>
        <p:spPr>
          <a:xfrm>
            <a:off x="5219640" y="4049640"/>
            <a:ext cx="804240" cy="40248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54" name="Straight Arrow Connector 19"/>
          <p:cNvCxnSpPr>
            <a:stCxn id="121" idx="1"/>
            <a:endCxn id="128" idx="0"/>
          </p:cNvCxnSpPr>
          <p:nvPr/>
        </p:nvCxnSpPr>
        <p:spPr>
          <a:xfrm flipH="1">
            <a:off x="6660000" y="3689640"/>
            <a:ext cx="540360" cy="6307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55" name="Straight Arrow Connector 20"/>
          <p:cNvCxnSpPr>
            <a:stCxn id="128" idx="2"/>
            <a:endCxn id="123" idx="3"/>
          </p:cNvCxnSpPr>
          <p:nvPr/>
        </p:nvCxnSpPr>
        <p:spPr>
          <a:xfrm flipH="1" flipV="1">
            <a:off x="3239640" y="4589640"/>
            <a:ext cx="2520720" cy="1807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56" name="Straight Arrow Connector 23"/>
          <p:cNvCxnSpPr>
            <a:stCxn id="121" idx="1"/>
            <a:endCxn id="127" idx="6"/>
          </p:cNvCxnSpPr>
          <p:nvPr/>
        </p:nvCxnSpPr>
        <p:spPr>
          <a:xfrm flipH="1" flipV="1">
            <a:off x="7019640" y="3555000"/>
            <a:ext cx="180720" cy="13500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cxnSp>
        <p:nvCxnSpPr>
          <p:cNvPr id="157" name="Straight Arrow Connector 24"/>
          <p:cNvCxnSpPr>
            <a:stCxn id="122" idx="3"/>
            <a:endCxn id="127" idx="2"/>
          </p:cNvCxnSpPr>
          <p:nvPr/>
        </p:nvCxnSpPr>
        <p:spPr>
          <a:xfrm flipV="1">
            <a:off x="5219640" y="3555000"/>
            <a:ext cx="180720" cy="49500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  <p:sp>
        <p:nvSpPr>
          <p:cNvPr id="130" name=""/>
          <p:cNvSpPr/>
          <p:nvPr/>
        </p:nvSpPr>
        <p:spPr>
          <a:xfrm>
            <a:off x="180000" y="3240000"/>
            <a:ext cx="1439640" cy="719640"/>
          </a:xfrm>
          <a:prstGeom prst="ellipse">
            <a:avLst/>
          </a:prstGeom>
          <a:solidFill>
            <a:srgbClr val="729fcf"/>
          </a:solidFill>
          <a:ln w="0">
            <a:solidFill>
              <a:srgbClr val="ff3838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Mode_Interrupt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8" name="Straight Arrow Connector 25"/>
          <p:cNvCxnSpPr>
            <a:stCxn id="130" idx="0"/>
            <a:endCxn id="125" idx="2"/>
          </p:cNvCxnSpPr>
          <p:nvPr/>
        </p:nvCxnSpPr>
        <p:spPr>
          <a:xfrm flipH="1" flipV="1">
            <a:off x="899640" y="2879640"/>
            <a:ext cx="720" cy="360720"/>
          </a:xfrm>
          <a:prstGeom prst="straightConnector1">
            <a:avLst/>
          </a:prstGeom>
          <a:ln w="22225">
            <a:solidFill>
              <a:srgbClr val="c0c0c0"/>
            </a:solidFill>
            <a:round/>
            <a:tailEnd len="med" type="arrow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SistDistr">
      <a:majorFont>
        <a:latin typeface="Times New Roman" pitchFamily="0" charset="1"/>
        <a:ea typeface=""/>
        <a:cs typeface=""/>
      </a:majorFont>
      <a:minorFont>
        <a:latin typeface="Comic Sans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SistDistr">
      <a:majorFont>
        <a:latin typeface="Times New Roman" pitchFamily="0" charset="1"/>
        <a:ea typeface=""/>
        <a:cs typeface=""/>
      </a:majorFont>
      <a:minorFont>
        <a:latin typeface="Comic Sans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SistDistr">
      <a:majorFont>
        <a:latin typeface="Times New Roman" pitchFamily="0" charset="1"/>
        <a:ea typeface=""/>
        <a:cs typeface=""/>
      </a:majorFont>
      <a:minorFont>
        <a:latin typeface="Comic Sans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SistDistr">
      <a:majorFont>
        <a:latin typeface="Times New Roman" pitchFamily="0" charset="1"/>
        <a:ea typeface=""/>
        <a:cs typeface=""/>
      </a:majorFont>
      <a:minorFont>
        <a:latin typeface="Comic Sans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SistDistr">
      <a:majorFont>
        <a:latin typeface="Times New Roman" pitchFamily="0" charset="1"/>
        <a:ea typeface=""/>
        <a:cs typeface=""/>
      </a:majorFont>
      <a:minorFont>
        <a:latin typeface="Comic Sans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SistDistr">
      <a:majorFont>
        <a:latin typeface="Times New Roman" pitchFamily="0" charset="1"/>
        <a:ea typeface=""/>
        <a:cs typeface=""/>
      </a:majorFont>
      <a:minorFont>
        <a:latin typeface="Comic Sans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SistDistr">
      <a:majorFont>
        <a:latin typeface="Times New Roman" pitchFamily="0" charset="1"/>
        <a:ea typeface=""/>
        <a:cs typeface=""/>
      </a:majorFont>
      <a:minorFont>
        <a:latin typeface="Comic Sans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SistDistr">
      <a:majorFont>
        <a:latin typeface="Times New Roman" pitchFamily="0" charset="1"/>
        <a:ea typeface=""/>
        <a:cs typeface=""/>
      </a:majorFont>
      <a:minorFont>
        <a:latin typeface="Comic Sans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SistDistr">
      <a:majorFont>
        <a:latin typeface="Times New Roman" pitchFamily="0" charset="1"/>
        <a:ea typeface=""/>
        <a:cs typeface=""/>
      </a:majorFont>
      <a:minorFont>
        <a:latin typeface="Comic Sans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SistDistr">
      <a:majorFont>
        <a:latin typeface="Times New Roman" pitchFamily="0" charset="1"/>
        <a:ea typeface=""/>
        <a:cs typeface=""/>
      </a:majorFont>
      <a:minorFont>
        <a:latin typeface="Comic Sans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SistDistr">
      <a:majorFont>
        <a:latin typeface="Times New Roman" pitchFamily="0" charset="1"/>
        <a:ea typeface=""/>
        <a:cs typeface=""/>
      </a:majorFont>
      <a:minorFont>
        <a:latin typeface="Comic Sans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SistDistr">
      <a:majorFont>
        <a:latin typeface="Times New Roman" pitchFamily="0" charset="1"/>
        <a:ea typeface=""/>
        <a:cs typeface=""/>
      </a:majorFont>
      <a:minorFont>
        <a:latin typeface="Comic Sans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SistDistr">
      <a:majorFont>
        <a:latin typeface="Times New Roman" pitchFamily="0" charset="1"/>
        <a:ea typeface=""/>
        <a:cs typeface=""/>
      </a:majorFont>
      <a:minorFont>
        <a:latin typeface="Comic Sans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SistDistr">
  <a:themeElements>
    <a:clrScheme name="SistDistr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SistDistr">
      <a:majorFont>
        <a:latin typeface="Times New Roman" pitchFamily="0" charset="1"/>
        <a:ea typeface=""/>
        <a:cs typeface=""/>
      </a:majorFont>
      <a:minorFont>
        <a:latin typeface="Comic Sans M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69cf314-8110-4d72-b7ab-3adc2240d90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C430AAB0000B444BEDB05E479CA9DA3" ma:contentTypeVersion="17" ma:contentTypeDescription="Crear nuevo documento." ma:contentTypeScope="" ma:versionID="90d89af15a11afa41a0e475b5846d04a">
  <xsd:schema xmlns:xsd="http://www.w3.org/2001/XMLSchema" xmlns:xs="http://www.w3.org/2001/XMLSchema" xmlns:p="http://schemas.microsoft.com/office/2006/metadata/properties" xmlns:ns3="a69cf314-8110-4d72-b7ab-3adc2240d90e" xmlns:ns4="dbb4fd2c-94e0-45f6-96ab-7c8a73750440" targetNamespace="http://schemas.microsoft.com/office/2006/metadata/properties" ma:root="true" ma:fieldsID="bfbd18e3632d8a0a7ef707675c2cf602" ns3:_="" ns4:_="">
    <xsd:import namespace="a69cf314-8110-4d72-b7ab-3adc2240d90e"/>
    <xsd:import namespace="dbb4fd2c-94e0-45f6-96ab-7c8a7375044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Location" minOccurs="0"/>
                <xsd:element ref="ns3:_activity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9cf314-8110-4d72-b7ab-3adc2240d9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4fd2c-94e0-45f6-96ab-7c8a7375044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48DBB0-83EB-4FCF-9C2E-9316E93E791A}">
  <ds:schemaRefs>
    <ds:schemaRef ds:uri="http://purl.org/dc/terms/"/>
    <ds:schemaRef ds:uri="dbb4fd2c-94e0-45f6-96ab-7c8a737504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a69cf314-8110-4d72-b7ab-3adc2240d90e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E045934-CE46-4225-B5E5-F411FDD182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9cf314-8110-4d72-b7ab-3adc2240d90e"/>
    <ds:schemaRef ds:uri="dbb4fd2c-94e0-45f6-96ab-7c8a737504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8962A1B-249E-49D2-A616-EED644040E2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C:\DIA\Sistemas Distribuidos\Transparencias\SistDistr.pot</Template>
  <TotalTime>26669</TotalTime>
  <Application>LibreOffice/24.2.7.2$Linux_X86_64 LibreOffice_project/420$Build-2</Application>
  <AppVersion>15.0000</AppVersion>
  <Words>579</Words>
  <Paragraphs>340</Paragraphs>
  <Company>D.I.A.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1997-09-29T17:59:08Z</dcterms:created>
  <dc:creator>Paco Aylagas</dc:creator>
  <dc:description/>
  <dc:language>es-ES</dc:language>
  <cp:lastModifiedBy/>
  <cp:lastPrinted>2024-10-08T09:51:55Z</cp:lastPrinted>
  <dcterms:modified xsi:type="dcterms:W3CDTF">2026-01-13T22:50:38Z</dcterms:modified>
  <cp:revision>1167</cp:revision>
  <dc:subject/>
  <dc:title>Sistemas Distribuidos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0x0101007C430AAB0000B444BEDB05E479CA9DA3</vt:lpwstr>
  </property>
  <property fmtid="{D5CDD505-2E9C-101B-9397-08002B2CF9AE}" pid="3" name="Notes">
    <vt:i4>10</vt:i4>
  </property>
  <property fmtid="{D5CDD505-2E9C-101B-9397-08002B2CF9AE}" pid="4" name="PresentationFormat">
    <vt:lpwstr>A4 (210 x 297 mm)</vt:lpwstr>
  </property>
  <property fmtid="{D5CDD505-2E9C-101B-9397-08002B2CF9AE}" pid="5" name="Slides">
    <vt:i4>12</vt:i4>
  </property>
</Properties>
</file>